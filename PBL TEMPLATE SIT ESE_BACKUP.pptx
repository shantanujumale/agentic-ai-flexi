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hEZmF6qK15dp2J2df4VwJECGCI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30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d6299f58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dd6299f5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d6299f58b_0_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dd6299f58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4232" y="2966411"/>
            <a:ext cx="12192000" cy="707886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&lt;&lt;</a:t>
            </a:r>
            <a:r>
              <a:rPr lang="en-US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Title</a:t>
            </a:r>
            <a:r>
              <a:rPr lang="en-US" sz="40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&gt;&gt;</a:t>
            </a:r>
            <a:endParaRPr sz="40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798011" y="5632528"/>
            <a:ext cx="65798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Symbiosis Institute of Technology, Nagpur Campus</a:t>
            </a:r>
            <a:endParaRPr sz="1800" b="1" i="0" u="none" strike="noStrike" cap="non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33105" y="1565205"/>
            <a:ext cx="985356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 Project Presentation</a:t>
            </a:r>
            <a:endParaRPr dirty="0"/>
          </a:p>
        </p:txBody>
      </p:sp>
      <p:sp>
        <p:nvSpPr>
          <p:cNvPr id="91" name="Google Shape;91;p1"/>
          <p:cNvSpPr txBox="1"/>
          <p:nvPr/>
        </p:nvSpPr>
        <p:spPr>
          <a:xfrm>
            <a:off x="2868201" y="4003286"/>
            <a:ext cx="6390099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&lt;&lt;Presenter &gt;&gt;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Sem: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&lt;&lt;Dr./Prof.       &gt;&gt;</a:t>
            </a:r>
            <a:endParaRPr dirty="0"/>
          </a:p>
        </p:txBody>
      </p:sp>
      <p:grpSp>
        <p:nvGrpSpPr>
          <p:cNvPr id="92" name="Google Shape;92;p1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</p:grpSpPr>
        <p:sp>
          <p:nvSpPr>
            <p:cNvPr id="93" name="Google Shape;93;p1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4" name="Google Shape;94;p1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30" name="Google Shape;130;p1"/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131" name="Google Shape;131;p1"/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66" name="Google Shape;1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521" y="190223"/>
            <a:ext cx="6879350" cy="9997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"/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168" name="Google Shape;168;p1"/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9" name="Google Shape;169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170" name="Google Shape;170;p1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d6299f58b_0_0"/>
          <p:cNvSpPr/>
          <p:nvPr/>
        </p:nvSpPr>
        <p:spPr>
          <a:xfrm rot="5400000">
            <a:off x="5889960" y="4836525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dd6299f58b_0_0"/>
          <p:cNvSpPr/>
          <p:nvPr/>
        </p:nvSpPr>
        <p:spPr>
          <a:xfrm rot="-5400000">
            <a:off x="4609740" y="881816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g3dd6299f58b_0_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78" name="Google Shape;178;g3dd6299f58b_0_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9" name="Google Shape;179;g3dd6299f58b_0_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80" name="Google Shape;180;g3dd6299f58b_0_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g3dd6299f58b_0_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g3dd6299f58b_0_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g3dd6299f58b_0_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g3dd6299f58b_0_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g3dd6299f58b_0_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g3dd6299f58b_0_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g3dd6299f58b_0_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g3dd6299f58b_0_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g3dd6299f58b_0_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g3dd6299f58b_0_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g3dd6299f58b_0_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g3dd6299f58b_0_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g3dd6299f58b_0_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g3dd6299f58b_0_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g3dd6299f58b_0_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g3dd6299f58b_0_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g3dd6299f58b_0_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g3dd6299f58b_0_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g3dd6299f58b_0_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g3dd6299f58b_0_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g3dd6299f58b_0_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g3dd6299f58b_0_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g3dd6299f58b_0_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g3dd6299f58b_0_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g3dd6299f58b_0_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" name="Google Shape;206;g3dd6299f58b_0_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g3dd6299f58b_0_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g3dd6299f58b_0_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g3dd6299f58b_0_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g3dd6299f58b_0_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g3dd6299f58b_0_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g3dd6299f58b_0_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" name="Google Shape;213;g3dd6299f58b_0_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" name="Google Shape;214;g3dd6299f58b_0_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5" name="Google Shape;215;g3dd6299f58b_0_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216" name="Google Shape;216;g3dd6299f58b_0_0"/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g3dd6299f58b_0_0"/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g3dd6299f58b_0_0"/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g3dd6299f58b_0_0"/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g3dd6299f58b_0_0"/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g3dd6299f58b_0_0"/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g3dd6299f58b_0_0"/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g3dd6299f58b_0_0"/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g3dd6299f58b_0_0"/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g3dd6299f58b_0_0"/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g3dd6299f58b_0_0"/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g3dd6299f58b_0_0"/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g3dd6299f58b_0_0"/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g3dd6299f58b_0_0"/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g3dd6299f58b_0_0"/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g3dd6299f58b_0_0"/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g3dd6299f58b_0_0"/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g3dd6299f58b_0_0"/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g3dd6299f58b_0_0"/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g3dd6299f58b_0_0"/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g3dd6299f58b_0_0"/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g3dd6299f58b_0_0"/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g3dd6299f58b_0_0"/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g3dd6299f58b_0_0"/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g3dd6299f58b_0_0"/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g3dd6299f58b_0_0"/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g3dd6299f58b_0_0"/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g3dd6299f58b_0_0"/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g3dd6299f58b_0_0"/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g3dd6299f58b_0_0"/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g3dd6299f58b_0_0"/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g3dd6299f58b_0_0"/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g3dd6299f58b_0_0"/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g3dd6299f58b_0_0"/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g3dd6299f58b_0_0"/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1" name="Google Shape;251;g3dd6299f58b_0_0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36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&lt;Relevant heading of the slide&gt;</a:t>
            </a:r>
            <a:endParaRPr sz="3600" b="1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g3dd6299f58b_0_0"/>
          <p:cNvSpPr/>
          <p:nvPr/>
        </p:nvSpPr>
        <p:spPr>
          <a:xfrm>
            <a:off x="4815840" y="2149902"/>
            <a:ext cx="1280100" cy="128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dd6299f58b_0_0"/>
          <p:cNvSpPr/>
          <p:nvPr/>
        </p:nvSpPr>
        <p:spPr>
          <a:xfrm>
            <a:off x="6096000" y="2149902"/>
            <a:ext cx="1280100" cy="12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dd6299f58b_0_0"/>
          <p:cNvSpPr/>
          <p:nvPr/>
        </p:nvSpPr>
        <p:spPr>
          <a:xfrm>
            <a:off x="4815840" y="3432791"/>
            <a:ext cx="12801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dd6299f58b_0_0"/>
          <p:cNvSpPr/>
          <p:nvPr/>
        </p:nvSpPr>
        <p:spPr>
          <a:xfrm>
            <a:off x="6096000" y="3432791"/>
            <a:ext cx="1280100" cy="1282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dd6299f58b_0_0"/>
          <p:cNvSpPr/>
          <p:nvPr/>
        </p:nvSpPr>
        <p:spPr>
          <a:xfrm>
            <a:off x="7376160" y="2151266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7B7B7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dd6299f58b_0_0"/>
          <p:cNvSpPr/>
          <p:nvPr/>
        </p:nvSpPr>
        <p:spPr>
          <a:xfrm rot="10800000">
            <a:off x="3123540" y="3434215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g3dd6299f58b_0_0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>
            <a:off x="6096001" y="4715680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dd6299f58b_0_0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5400000">
            <a:off x="4068625" y="3964372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dd6299f58b_0_0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-5400000">
            <a:off x="6843215" y="2682848"/>
            <a:ext cx="1280159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dd6299f58b_0_0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10800000">
            <a:off x="4815840" y="1934268"/>
            <a:ext cx="1280159" cy="21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dd6299f58b_0_0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63" name="Google Shape;263;g3dd6299f58b_0_0"/>
          <p:cNvSpPr txBox="1"/>
          <p:nvPr/>
        </p:nvSpPr>
        <p:spPr>
          <a:xfrm>
            <a:off x="7483294" y="2282149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64" name="Google Shape;264;g3dd6299f58b_0_0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65" name="Google Shape;265;g3dd6299f58b_0_0"/>
          <p:cNvSpPr txBox="1"/>
          <p:nvPr/>
        </p:nvSpPr>
        <p:spPr>
          <a:xfrm>
            <a:off x="3436733" y="3563674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66" name="Google Shape;266;g3dd6299f58b_0_0"/>
          <p:cNvSpPr/>
          <p:nvPr/>
        </p:nvSpPr>
        <p:spPr>
          <a:xfrm>
            <a:off x="6153751" y="1065634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Statements</a:t>
            </a:r>
            <a:endParaRPr sz="1800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dd6299f58b_0_0"/>
          <p:cNvSpPr/>
          <p:nvPr/>
        </p:nvSpPr>
        <p:spPr>
          <a:xfrm>
            <a:off x="7416473" y="3434235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B7B7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Initiatives / Objectives</a:t>
            </a:r>
            <a:endParaRPr sz="1800" b="1">
              <a:solidFill>
                <a:srgbClr val="7B7B7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g3dd6299f58b_0_0"/>
          <p:cNvSpPr/>
          <p:nvPr/>
        </p:nvSpPr>
        <p:spPr>
          <a:xfrm>
            <a:off x="2375130" y="4808623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processes/Solutions</a:t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dd6299f58b_0_0"/>
          <p:cNvSpPr/>
          <p:nvPr/>
        </p:nvSpPr>
        <p:spPr>
          <a:xfrm>
            <a:off x="638600" y="2387425"/>
            <a:ext cx="41772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&amp; contrast alternative solution</a:t>
            </a:r>
            <a:endParaRPr sz="180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dd6299f58b_0_0"/>
          <p:cNvSpPr/>
          <p:nvPr/>
        </p:nvSpPr>
        <p:spPr>
          <a:xfrm>
            <a:off x="5133215" y="3730542"/>
            <a:ext cx="668336" cy="687388"/>
          </a:xfrm>
          <a:custGeom>
            <a:avLst/>
            <a:gdLst/>
            <a:ahLst/>
            <a:cxnLst/>
            <a:rect l="l" t="t" r="r" b="b"/>
            <a:pathLst>
              <a:path w="3366" h="3464" extrusionOk="0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dd6299f58b_0_0"/>
          <p:cNvSpPr/>
          <p:nvPr/>
        </p:nvSpPr>
        <p:spPr>
          <a:xfrm>
            <a:off x="5130834" y="2538361"/>
            <a:ext cx="673101" cy="503238"/>
          </a:xfrm>
          <a:custGeom>
            <a:avLst/>
            <a:gdLst/>
            <a:ahLst/>
            <a:cxnLst/>
            <a:rect l="l" t="t" r="r" b="b"/>
            <a:pathLst>
              <a:path w="3390" h="2540" extrusionOk="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" name="Google Shape;272;g3dd6299f58b_0_0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273" name="Google Shape;273;g3dd6299f58b_0_0"/>
            <p:cNvSpPr/>
            <p:nvPr/>
          </p:nvSpPr>
          <p:spPr>
            <a:xfrm>
              <a:off x="1120" y="444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1" extrusionOk="0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g3dd6299f58b_0_0"/>
            <p:cNvSpPr/>
            <p:nvPr/>
          </p:nvSpPr>
          <p:spPr>
            <a:xfrm>
              <a:off x="1120" y="517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2" extrusionOk="0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g3dd6299f58b_0_0"/>
            <p:cNvSpPr/>
            <p:nvPr/>
          </p:nvSpPr>
          <p:spPr>
            <a:xfrm>
              <a:off x="1120" y="590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1" extrusionOk="0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g3dd6299f58b_0_0"/>
            <p:cNvSpPr/>
            <p:nvPr/>
          </p:nvSpPr>
          <p:spPr>
            <a:xfrm>
              <a:off x="1120" y="339"/>
              <a:ext cx="72" cy="73"/>
            </a:xfrm>
            <a:custGeom>
              <a:avLst/>
              <a:gdLst/>
              <a:ahLst/>
              <a:cxnLst/>
              <a:rect l="l" t="t" r="r" b="b"/>
              <a:pathLst>
                <a:path w="430" h="433" extrusionOk="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g3dd6299f58b_0_0"/>
            <p:cNvSpPr/>
            <p:nvPr/>
          </p:nvSpPr>
          <p:spPr>
            <a:xfrm>
              <a:off x="865" y="291"/>
              <a:ext cx="247" cy="422"/>
            </a:xfrm>
            <a:custGeom>
              <a:avLst/>
              <a:gdLst/>
              <a:ahLst/>
              <a:cxnLst/>
              <a:rect l="l" t="t" r="r" b="b"/>
              <a:pathLst>
                <a:path w="1472" h="2521" extrusionOk="0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g3dd6299f58b_0_0"/>
            <p:cNvSpPr/>
            <p:nvPr/>
          </p:nvSpPr>
          <p:spPr>
            <a:xfrm>
              <a:off x="638" y="439"/>
              <a:ext cx="405" cy="391"/>
            </a:xfrm>
            <a:custGeom>
              <a:avLst/>
              <a:gdLst/>
              <a:ahLst/>
              <a:cxnLst/>
              <a:rect l="l" t="t" r="r" b="b"/>
              <a:pathLst>
                <a:path w="2416" h="2337" extrusionOk="0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g3dd6299f58b_0_0"/>
          <p:cNvSpPr/>
          <p:nvPr/>
        </p:nvSpPr>
        <p:spPr>
          <a:xfrm>
            <a:off x="6549005" y="3730542"/>
            <a:ext cx="355601" cy="695322"/>
          </a:xfrm>
          <a:custGeom>
            <a:avLst/>
            <a:gdLst/>
            <a:ahLst/>
            <a:cxnLst/>
            <a:rect l="l" t="t" r="r" b="b"/>
            <a:pathLst>
              <a:path w="1790" h="3502" extrusionOk="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dd6299f58b_0_0"/>
          <p:cNvSpPr/>
          <p:nvPr/>
        </p:nvSpPr>
        <p:spPr>
          <a:xfrm>
            <a:off x="9890164" y="824365"/>
            <a:ext cx="2170200" cy="307800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1. Presentation Flow</a:t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3dd6299f58b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dd6299f58b_0_0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d6299f58b_0_111"/>
          <p:cNvSpPr/>
          <p:nvPr/>
        </p:nvSpPr>
        <p:spPr>
          <a:xfrm rot="5400000">
            <a:off x="5889960" y="4836525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dd6299f58b_0_111"/>
          <p:cNvSpPr/>
          <p:nvPr/>
        </p:nvSpPr>
        <p:spPr>
          <a:xfrm rot="-5400000">
            <a:off x="4609740" y="881816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g3dd6299f58b_0_111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290" name="Google Shape;290;g3dd6299f58b_0_111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1" name="Google Shape;291;g3dd6299f58b_0_111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292" name="Google Shape;292;g3dd6299f58b_0_111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3" name="Google Shape;293;g3dd6299f58b_0_111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4" name="Google Shape;294;g3dd6299f58b_0_111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5" name="Google Shape;295;g3dd6299f58b_0_111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6" name="Google Shape;296;g3dd6299f58b_0_111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7" name="Google Shape;297;g3dd6299f58b_0_111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8" name="Google Shape;298;g3dd6299f58b_0_111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9" name="Google Shape;299;g3dd6299f58b_0_111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0" name="Google Shape;300;g3dd6299f58b_0_111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1" name="Google Shape;301;g3dd6299f58b_0_111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2" name="Google Shape;302;g3dd6299f58b_0_111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3" name="Google Shape;303;g3dd6299f58b_0_111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4" name="Google Shape;304;g3dd6299f58b_0_111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5" name="Google Shape;305;g3dd6299f58b_0_111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6" name="Google Shape;306;g3dd6299f58b_0_111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7" name="Google Shape;307;g3dd6299f58b_0_111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8" name="Google Shape;308;g3dd6299f58b_0_111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9" name="Google Shape;309;g3dd6299f58b_0_111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0" name="Google Shape;310;g3dd6299f58b_0_111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1" name="Google Shape;311;g3dd6299f58b_0_111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2" name="Google Shape;312;g3dd6299f58b_0_111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3" name="Google Shape;313;g3dd6299f58b_0_111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4" name="Google Shape;314;g3dd6299f58b_0_111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5" name="Google Shape;315;g3dd6299f58b_0_111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6" name="Google Shape;316;g3dd6299f58b_0_111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7" name="Google Shape;317;g3dd6299f58b_0_111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8" name="Google Shape;318;g3dd6299f58b_0_111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9" name="Google Shape;319;g3dd6299f58b_0_111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0" name="Google Shape;320;g3dd6299f58b_0_111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1" name="Google Shape;321;g3dd6299f58b_0_111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2" name="Google Shape;322;g3dd6299f58b_0_111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3" name="Google Shape;323;g3dd6299f58b_0_111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4" name="Google Shape;324;g3dd6299f58b_0_111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5" name="Google Shape;325;g3dd6299f58b_0_111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6" name="Google Shape;326;g3dd6299f58b_0_111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27" name="Google Shape;327;g3dd6299f58b_0_111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328" name="Google Shape;328;g3dd6299f58b_0_111"/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" name="Google Shape;329;g3dd6299f58b_0_111"/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" name="Google Shape;330;g3dd6299f58b_0_111"/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" name="Google Shape;331;g3dd6299f58b_0_111"/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" name="Google Shape;332;g3dd6299f58b_0_111"/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" name="Google Shape;333;g3dd6299f58b_0_111"/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" name="Google Shape;334;g3dd6299f58b_0_111"/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" name="Google Shape;335;g3dd6299f58b_0_111"/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" name="Google Shape;336;g3dd6299f58b_0_111"/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7" name="Google Shape;337;g3dd6299f58b_0_111"/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8" name="Google Shape;338;g3dd6299f58b_0_111"/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9" name="Google Shape;339;g3dd6299f58b_0_111"/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" name="Google Shape;340;g3dd6299f58b_0_111"/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" name="Google Shape;341;g3dd6299f58b_0_111"/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" name="Google Shape;342;g3dd6299f58b_0_111"/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" name="Google Shape;343;g3dd6299f58b_0_111"/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" name="Google Shape;344;g3dd6299f58b_0_111"/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" name="Google Shape;345;g3dd6299f58b_0_111"/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" name="Google Shape;346;g3dd6299f58b_0_111"/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" name="Google Shape;347;g3dd6299f58b_0_111"/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" name="Google Shape;348;g3dd6299f58b_0_111"/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" name="Google Shape;349;g3dd6299f58b_0_111"/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" name="Google Shape;350;g3dd6299f58b_0_111"/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" name="Google Shape;351;g3dd6299f58b_0_111"/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" name="Google Shape;352;g3dd6299f58b_0_111"/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" name="Google Shape;353;g3dd6299f58b_0_111"/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" name="Google Shape;354;g3dd6299f58b_0_111"/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" name="Google Shape;355;g3dd6299f58b_0_111"/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" name="Google Shape;356;g3dd6299f58b_0_111"/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7" name="Google Shape;357;g3dd6299f58b_0_111"/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8" name="Google Shape;358;g3dd6299f58b_0_111"/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9" name="Google Shape;359;g3dd6299f58b_0_111"/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0" name="Google Shape;360;g3dd6299f58b_0_111"/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1" name="Google Shape;361;g3dd6299f58b_0_111"/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2" name="Google Shape;362;g3dd6299f58b_0_111"/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63" name="Google Shape;363;g3dd6299f58b_0_111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36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&lt;Relevant heading of the slide&gt;</a:t>
            </a:r>
            <a:endParaRPr sz="3600" b="1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g3dd6299f58b_0_111"/>
          <p:cNvSpPr/>
          <p:nvPr/>
        </p:nvSpPr>
        <p:spPr>
          <a:xfrm>
            <a:off x="4815840" y="2149902"/>
            <a:ext cx="1280100" cy="128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dd6299f58b_0_111"/>
          <p:cNvSpPr/>
          <p:nvPr/>
        </p:nvSpPr>
        <p:spPr>
          <a:xfrm>
            <a:off x="6096000" y="2149902"/>
            <a:ext cx="1280100" cy="12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dd6299f58b_0_111"/>
          <p:cNvSpPr/>
          <p:nvPr/>
        </p:nvSpPr>
        <p:spPr>
          <a:xfrm>
            <a:off x="4815840" y="3432791"/>
            <a:ext cx="12801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dd6299f58b_0_111"/>
          <p:cNvSpPr/>
          <p:nvPr/>
        </p:nvSpPr>
        <p:spPr>
          <a:xfrm>
            <a:off x="6096000" y="3432791"/>
            <a:ext cx="1280100" cy="1282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dd6299f58b_0_111"/>
          <p:cNvSpPr/>
          <p:nvPr/>
        </p:nvSpPr>
        <p:spPr>
          <a:xfrm>
            <a:off x="7376160" y="2151266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7B7B7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dd6299f58b_0_111"/>
          <p:cNvSpPr/>
          <p:nvPr/>
        </p:nvSpPr>
        <p:spPr>
          <a:xfrm rot="10800000">
            <a:off x="3123540" y="3434215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g3dd6299f58b_0_111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>
            <a:off x="6096001" y="4715680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g3dd6299f58b_0_111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5400000">
            <a:off x="4068625" y="3964372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g3dd6299f58b_0_111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-5400000">
            <a:off x="6843215" y="2682848"/>
            <a:ext cx="1280159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g3dd6299f58b_0_111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10800000">
            <a:off x="4815840" y="1934268"/>
            <a:ext cx="1280159" cy="21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dd6299f58b_0_111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dd6299f58b_0_111"/>
          <p:cNvSpPr txBox="1"/>
          <p:nvPr/>
        </p:nvSpPr>
        <p:spPr>
          <a:xfrm>
            <a:off x="7483294" y="2282149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dd6299f58b_0_111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dd6299f58b_0_111"/>
          <p:cNvSpPr txBox="1"/>
          <p:nvPr/>
        </p:nvSpPr>
        <p:spPr>
          <a:xfrm>
            <a:off x="3436733" y="3563674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dd6299f58b_0_111"/>
          <p:cNvSpPr/>
          <p:nvPr/>
        </p:nvSpPr>
        <p:spPr>
          <a:xfrm>
            <a:off x="6153801" y="1197297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Modeling and Algorithm</a:t>
            </a:r>
            <a:endParaRPr sz="1800" b="1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</a:t>
            </a:r>
            <a:endParaRPr sz="1800" b="1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g3dd6299f58b_0_111"/>
          <p:cNvSpPr/>
          <p:nvPr/>
        </p:nvSpPr>
        <p:spPr>
          <a:xfrm>
            <a:off x="7670550" y="3442100"/>
            <a:ext cx="39117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B7B7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of Project Features</a:t>
            </a:r>
            <a:endParaRPr sz="1800" b="1">
              <a:solidFill>
                <a:srgbClr val="7B7B7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g3dd6299f58b_0_111"/>
          <p:cNvSpPr/>
          <p:nvPr/>
        </p:nvSpPr>
        <p:spPr>
          <a:xfrm>
            <a:off x="2543292" y="4924210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Outcomes</a:t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dd6299f58b_0_111"/>
          <p:cNvSpPr/>
          <p:nvPr/>
        </p:nvSpPr>
        <p:spPr>
          <a:xfrm>
            <a:off x="1051201" y="2489600"/>
            <a:ext cx="40029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Developed Solution (Strengths &amp; Weaknesses)</a:t>
            </a:r>
            <a:endParaRPr sz="1800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dd6299f58b_0_111"/>
          <p:cNvSpPr/>
          <p:nvPr/>
        </p:nvSpPr>
        <p:spPr>
          <a:xfrm>
            <a:off x="5133215" y="3730542"/>
            <a:ext cx="668336" cy="687388"/>
          </a:xfrm>
          <a:custGeom>
            <a:avLst/>
            <a:gdLst/>
            <a:ahLst/>
            <a:cxnLst/>
            <a:rect l="l" t="t" r="r" b="b"/>
            <a:pathLst>
              <a:path w="3366" h="3464" extrusionOk="0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dd6299f58b_0_111"/>
          <p:cNvSpPr/>
          <p:nvPr/>
        </p:nvSpPr>
        <p:spPr>
          <a:xfrm>
            <a:off x="5130834" y="2538361"/>
            <a:ext cx="673101" cy="503238"/>
          </a:xfrm>
          <a:custGeom>
            <a:avLst/>
            <a:gdLst/>
            <a:ahLst/>
            <a:cxnLst/>
            <a:rect l="l" t="t" r="r" b="b"/>
            <a:pathLst>
              <a:path w="3390" h="2540" extrusionOk="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" name="Google Shape;384;g3dd6299f58b_0_111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385" name="Google Shape;385;g3dd6299f58b_0_111"/>
            <p:cNvSpPr/>
            <p:nvPr/>
          </p:nvSpPr>
          <p:spPr>
            <a:xfrm>
              <a:off x="1120" y="444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1" extrusionOk="0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g3dd6299f58b_0_111"/>
            <p:cNvSpPr/>
            <p:nvPr/>
          </p:nvSpPr>
          <p:spPr>
            <a:xfrm>
              <a:off x="1120" y="517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2" extrusionOk="0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g3dd6299f58b_0_111"/>
            <p:cNvSpPr/>
            <p:nvPr/>
          </p:nvSpPr>
          <p:spPr>
            <a:xfrm>
              <a:off x="1120" y="590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1" extrusionOk="0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g3dd6299f58b_0_111"/>
            <p:cNvSpPr/>
            <p:nvPr/>
          </p:nvSpPr>
          <p:spPr>
            <a:xfrm>
              <a:off x="1120" y="339"/>
              <a:ext cx="72" cy="73"/>
            </a:xfrm>
            <a:custGeom>
              <a:avLst/>
              <a:gdLst/>
              <a:ahLst/>
              <a:cxnLst/>
              <a:rect l="l" t="t" r="r" b="b"/>
              <a:pathLst>
                <a:path w="430" h="433" extrusionOk="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g3dd6299f58b_0_111"/>
            <p:cNvSpPr/>
            <p:nvPr/>
          </p:nvSpPr>
          <p:spPr>
            <a:xfrm>
              <a:off x="865" y="291"/>
              <a:ext cx="247" cy="422"/>
            </a:xfrm>
            <a:custGeom>
              <a:avLst/>
              <a:gdLst/>
              <a:ahLst/>
              <a:cxnLst/>
              <a:rect l="l" t="t" r="r" b="b"/>
              <a:pathLst>
                <a:path w="1472" h="2521" extrusionOk="0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g3dd6299f58b_0_111"/>
            <p:cNvSpPr/>
            <p:nvPr/>
          </p:nvSpPr>
          <p:spPr>
            <a:xfrm>
              <a:off x="638" y="439"/>
              <a:ext cx="405" cy="391"/>
            </a:xfrm>
            <a:custGeom>
              <a:avLst/>
              <a:gdLst/>
              <a:ahLst/>
              <a:cxnLst/>
              <a:rect l="l" t="t" r="r" b="b"/>
              <a:pathLst>
                <a:path w="2416" h="2337" extrusionOk="0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g3dd6299f58b_0_111"/>
          <p:cNvSpPr/>
          <p:nvPr/>
        </p:nvSpPr>
        <p:spPr>
          <a:xfrm>
            <a:off x="6549005" y="3730542"/>
            <a:ext cx="355601" cy="695322"/>
          </a:xfrm>
          <a:custGeom>
            <a:avLst/>
            <a:gdLst/>
            <a:ahLst/>
            <a:cxnLst/>
            <a:rect l="l" t="t" r="r" b="b"/>
            <a:pathLst>
              <a:path w="1790" h="3502" extrusionOk="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dd6299f58b_0_111"/>
          <p:cNvSpPr/>
          <p:nvPr/>
        </p:nvSpPr>
        <p:spPr>
          <a:xfrm>
            <a:off x="9881314" y="802340"/>
            <a:ext cx="2187600" cy="307800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2. Presentation Flow</a:t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93" name="Google Shape;393;g3dd6299f58b_0_1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dd6299f58b_0_111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Office PowerPoint</Application>
  <PresentationFormat>Widescreen</PresentationFormat>
  <Paragraphs>31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Shreyas Hole</cp:lastModifiedBy>
  <cp:revision>1</cp:revision>
  <dcterms:created xsi:type="dcterms:W3CDTF">2024-06-03T04:50:38Z</dcterms:created>
  <dcterms:modified xsi:type="dcterms:W3CDTF">2026-08-25T21:16:01Z</dcterms:modified>
</cp:coreProperties>
</file>